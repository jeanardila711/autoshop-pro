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65452E-6104-4BD3-8BE1-6AA8DFC34144}" v="1" dt="2026-05-25T19:47:59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carlo Ardilla Acevedo" userId="32409d19591ae7e3" providerId="LiveId" clId="{4FFA2F53-C497-49A7-90EC-1751FE05A8E2}"/>
    <pc:docChg chg="undo custSel modSld">
      <pc:chgData name="Jeancarlo Ardilla Acevedo" userId="32409d19591ae7e3" providerId="LiveId" clId="{4FFA2F53-C497-49A7-90EC-1751FE05A8E2}" dt="2026-05-25T19:57:12.298" v="203" actId="478"/>
      <pc:docMkLst>
        <pc:docMk/>
      </pc:docMkLst>
      <pc:sldChg chg="addSp delSp modSp mod">
        <pc:chgData name="Jeancarlo Ardilla Acevedo" userId="32409d19591ae7e3" providerId="LiveId" clId="{4FFA2F53-C497-49A7-90EC-1751FE05A8E2}" dt="2026-05-25T19:48:52.406" v="174" actId="404"/>
        <pc:sldMkLst>
          <pc:docMk/>
          <pc:sldMk cId="0" sldId="256"/>
        </pc:sldMkLst>
        <pc:spChg chg="mod">
          <ac:chgData name="Jeancarlo Ardilla Acevedo" userId="32409d19591ae7e3" providerId="LiveId" clId="{4FFA2F53-C497-49A7-90EC-1751FE05A8E2}" dt="2026-05-25T19:47:53.227" v="24" actId="121"/>
          <ac:spMkLst>
            <pc:docMk/>
            <pc:sldMk cId="0" sldId="256"/>
            <ac:spMk id="5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02.958" v="4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00.654" v="2" actId="478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Jeancarlo Ardilla Acevedo" userId="32409d19591ae7e3" providerId="LiveId" clId="{4FFA2F53-C497-49A7-90EC-1751FE05A8E2}" dt="2026-05-25T19:47:05.277" v="6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08.785" v="9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07.457" v="7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08.134" v="8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11.262" v="12" actId="478"/>
          <ac:spMkLst>
            <pc:docMk/>
            <pc:sldMk cId="0" sldId="256"/>
            <ac:spMk id="12" creationId="{00000000-0000-0000-0000-000000000000}"/>
          </ac:spMkLst>
        </pc:spChg>
        <pc:spChg chg="del mod">
          <ac:chgData name="Jeancarlo Ardilla Acevedo" userId="32409d19591ae7e3" providerId="LiveId" clId="{4FFA2F53-C497-49A7-90EC-1751FE05A8E2}" dt="2026-05-25T19:47:13.556" v="14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09.460" v="10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17.178" v="18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14.637" v="15" actId="478"/>
          <ac:spMkLst>
            <pc:docMk/>
            <pc:sldMk cId="0" sldId="256"/>
            <ac:spMk id="16" creationId="{00000000-0000-0000-0000-000000000000}"/>
          </ac:spMkLst>
        </pc:spChg>
        <pc:spChg chg="del mod">
          <ac:chgData name="Jeancarlo Ardilla Acevedo" userId="32409d19591ae7e3" providerId="LiveId" clId="{4FFA2F53-C497-49A7-90EC-1751FE05A8E2}" dt="2026-05-25T19:47:16.503" v="17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31.532" v="20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31.532" v="20" actId="478"/>
          <ac:spMkLst>
            <pc:docMk/>
            <pc:sldMk cId="0" sldId="256"/>
            <ac:spMk id="19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27.777" v="19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27.777" v="19" actId="478"/>
          <ac:spMkLst>
            <pc:docMk/>
            <pc:sldMk cId="0" sldId="256"/>
            <ac:spMk id="21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27.777" v="19" actId="478"/>
          <ac:spMkLst>
            <pc:docMk/>
            <pc:sldMk cId="0" sldId="256"/>
            <ac:spMk id="23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27.777" v="19" actId="478"/>
          <ac:spMkLst>
            <pc:docMk/>
            <pc:sldMk cId="0" sldId="256"/>
            <ac:spMk id="24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27.777" v="19" actId="478"/>
          <ac:spMkLst>
            <pc:docMk/>
            <pc:sldMk cId="0" sldId="256"/>
            <ac:spMk id="25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27.777" v="19" actId="478"/>
          <ac:spMkLst>
            <pc:docMk/>
            <pc:sldMk cId="0" sldId="256"/>
            <ac:spMk id="26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27.777" v="19" actId="478"/>
          <ac:spMkLst>
            <pc:docMk/>
            <pc:sldMk cId="0" sldId="256"/>
            <ac:spMk id="27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27.777" v="19" actId="478"/>
          <ac:spMkLst>
            <pc:docMk/>
            <pc:sldMk cId="0" sldId="256"/>
            <ac:spMk id="28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27.777" v="19" actId="478"/>
          <ac:spMkLst>
            <pc:docMk/>
            <pc:sldMk cId="0" sldId="256"/>
            <ac:spMk id="30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47:27.777" v="19" actId="478"/>
          <ac:spMkLst>
            <pc:docMk/>
            <pc:sldMk cId="0" sldId="256"/>
            <ac:spMk id="31" creationId="{00000000-0000-0000-0000-000000000000}"/>
          </ac:spMkLst>
        </pc:spChg>
        <pc:spChg chg="del mod">
          <ac:chgData name="Jeancarlo Ardilla Acevedo" userId="32409d19591ae7e3" providerId="LiveId" clId="{4FFA2F53-C497-49A7-90EC-1751FE05A8E2}" dt="2026-05-25T19:47:37.877" v="22" actId="478"/>
          <ac:spMkLst>
            <pc:docMk/>
            <pc:sldMk cId="0" sldId="256"/>
            <ac:spMk id="32" creationId="{00000000-0000-0000-0000-000000000000}"/>
          </ac:spMkLst>
        </pc:spChg>
        <pc:spChg chg="add mod">
          <ac:chgData name="Jeancarlo Ardilla Acevedo" userId="32409d19591ae7e3" providerId="LiveId" clId="{4FFA2F53-C497-49A7-90EC-1751FE05A8E2}" dt="2026-05-25T19:48:52.406" v="174" actId="404"/>
          <ac:spMkLst>
            <pc:docMk/>
            <pc:sldMk cId="0" sldId="256"/>
            <ac:spMk id="35" creationId="{9E25A8D0-1FAB-6A10-4605-4C844080CD89}"/>
          </ac:spMkLst>
        </pc:spChg>
      </pc:sldChg>
      <pc:sldChg chg="addSp delSp modSp mod">
        <pc:chgData name="Jeancarlo Ardilla Acevedo" userId="32409d19591ae7e3" providerId="LiveId" clId="{4FFA2F53-C497-49A7-90EC-1751FE05A8E2}" dt="2026-05-25T19:55:34.593" v="179" actId="1076"/>
        <pc:sldMkLst>
          <pc:docMk/>
          <pc:sldMk cId="0" sldId="259"/>
        </pc:sldMkLst>
        <pc:spChg chg="del">
          <ac:chgData name="Jeancarlo Ardilla Acevedo" userId="32409d19591ae7e3" providerId="LiveId" clId="{4FFA2F53-C497-49A7-90EC-1751FE05A8E2}" dt="2026-05-25T19:55:26.394" v="175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55:28.285" v="176" actId="478"/>
          <ac:spMkLst>
            <pc:docMk/>
            <pc:sldMk cId="0" sldId="259"/>
            <ac:spMk id="10" creationId="{00000000-0000-0000-0000-000000000000}"/>
          </ac:spMkLst>
        </pc:spChg>
        <pc:picChg chg="add mod">
          <ac:chgData name="Jeancarlo Ardilla Acevedo" userId="32409d19591ae7e3" providerId="LiveId" clId="{4FFA2F53-C497-49A7-90EC-1751FE05A8E2}" dt="2026-05-25T19:55:34.593" v="179" actId="1076"/>
          <ac:picMkLst>
            <pc:docMk/>
            <pc:sldMk cId="0" sldId="259"/>
            <ac:picMk id="12" creationId="{02C21E25-C15C-3315-E84C-78DE570A9F0B}"/>
          </ac:picMkLst>
        </pc:picChg>
      </pc:sldChg>
      <pc:sldChg chg="addSp delSp modSp mod">
        <pc:chgData name="Jeancarlo Ardilla Acevedo" userId="32409d19591ae7e3" providerId="LiveId" clId="{4FFA2F53-C497-49A7-90EC-1751FE05A8E2}" dt="2026-05-25T19:56:05.403" v="186" actId="1076"/>
        <pc:sldMkLst>
          <pc:docMk/>
          <pc:sldMk cId="0" sldId="261"/>
        </pc:sldMkLst>
        <pc:spChg chg="del">
          <ac:chgData name="Jeancarlo Ardilla Acevedo" userId="32409d19591ae7e3" providerId="LiveId" clId="{4FFA2F53-C497-49A7-90EC-1751FE05A8E2}" dt="2026-05-25T19:55:53.841" v="180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55:54.541" v="181" actId="478"/>
          <ac:spMkLst>
            <pc:docMk/>
            <pc:sldMk cId="0" sldId="261"/>
            <ac:spMk id="10" creationId="{00000000-0000-0000-0000-000000000000}"/>
          </ac:spMkLst>
        </pc:spChg>
        <pc:picChg chg="add mod">
          <ac:chgData name="Jeancarlo Ardilla Acevedo" userId="32409d19591ae7e3" providerId="LiveId" clId="{4FFA2F53-C497-49A7-90EC-1751FE05A8E2}" dt="2026-05-25T19:56:05.403" v="186" actId="1076"/>
          <ac:picMkLst>
            <pc:docMk/>
            <pc:sldMk cId="0" sldId="261"/>
            <ac:picMk id="12" creationId="{B51963D8-BAEB-65CE-F15E-D5CB20478A48}"/>
          </ac:picMkLst>
        </pc:picChg>
      </pc:sldChg>
      <pc:sldChg chg="addSp delSp modSp mod">
        <pc:chgData name="Jeancarlo Ardilla Acevedo" userId="32409d19591ae7e3" providerId="LiveId" clId="{4FFA2F53-C497-49A7-90EC-1751FE05A8E2}" dt="2026-05-25T19:56:34.946" v="192" actId="14100"/>
        <pc:sldMkLst>
          <pc:docMk/>
          <pc:sldMk cId="0" sldId="263"/>
        </pc:sldMkLst>
        <pc:spChg chg="del">
          <ac:chgData name="Jeancarlo Ardilla Acevedo" userId="32409d19591ae7e3" providerId="LiveId" clId="{4FFA2F53-C497-49A7-90EC-1751FE05A8E2}" dt="2026-05-25T19:56:17.939" v="187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56:19.019" v="188" actId="478"/>
          <ac:spMkLst>
            <pc:docMk/>
            <pc:sldMk cId="0" sldId="263"/>
            <ac:spMk id="10" creationId="{00000000-0000-0000-0000-000000000000}"/>
          </ac:spMkLst>
        </pc:spChg>
        <pc:picChg chg="add mod">
          <ac:chgData name="Jeancarlo Ardilla Acevedo" userId="32409d19591ae7e3" providerId="LiveId" clId="{4FFA2F53-C497-49A7-90EC-1751FE05A8E2}" dt="2026-05-25T19:56:34.946" v="192" actId="14100"/>
          <ac:picMkLst>
            <pc:docMk/>
            <pc:sldMk cId="0" sldId="263"/>
            <ac:picMk id="12" creationId="{49A2C1BC-D40D-3AC9-44ED-02ADA910059C}"/>
          </ac:picMkLst>
        </pc:picChg>
      </pc:sldChg>
      <pc:sldChg chg="addSp delSp modSp mod">
        <pc:chgData name="Jeancarlo Ardilla Acevedo" userId="32409d19591ae7e3" providerId="LiveId" clId="{4FFA2F53-C497-49A7-90EC-1751FE05A8E2}" dt="2026-05-25T19:57:02.515" v="201" actId="1076"/>
        <pc:sldMkLst>
          <pc:docMk/>
          <pc:sldMk cId="0" sldId="265"/>
        </pc:sldMkLst>
        <pc:spChg chg="del">
          <ac:chgData name="Jeancarlo Ardilla Acevedo" userId="32409d19591ae7e3" providerId="LiveId" clId="{4FFA2F53-C497-49A7-90EC-1751FE05A8E2}" dt="2026-05-25T19:56:54.658" v="197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56:55.380" v="198" actId="478"/>
          <ac:spMkLst>
            <pc:docMk/>
            <pc:sldMk cId="0" sldId="265"/>
            <ac:spMk id="10" creationId="{00000000-0000-0000-0000-000000000000}"/>
          </ac:spMkLst>
        </pc:spChg>
        <pc:picChg chg="add mod">
          <ac:chgData name="Jeancarlo Ardilla Acevedo" userId="32409d19591ae7e3" providerId="LiveId" clId="{4FFA2F53-C497-49A7-90EC-1751FE05A8E2}" dt="2026-05-25T19:57:02.515" v="201" actId="1076"/>
          <ac:picMkLst>
            <pc:docMk/>
            <pc:sldMk cId="0" sldId="265"/>
            <ac:picMk id="12" creationId="{453391CB-6A56-8B9A-6265-F583B6C335C9}"/>
          </ac:picMkLst>
        </pc:picChg>
      </pc:sldChg>
      <pc:sldChg chg="delSp mod">
        <pc:chgData name="Jeancarlo Ardilla Acevedo" userId="32409d19591ae7e3" providerId="LiveId" clId="{4FFA2F53-C497-49A7-90EC-1751FE05A8E2}" dt="2026-05-25T19:57:12.298" v="203" actId="478"/>
        <pc:sldMkLst>
          <pc:docMk/>
          <pc:sldMk cId="0" sldId="266"/>
        </pc:sldMkLst>
        <pc:spChg chg="del">
          <ac:chgData name="Jeancarlo Ardilla Acevedo" userId="32409d19591ae7e3" providerId="LiveId" clId="{4FFA2F53-C497-49A7-90EC-1751FE05A8E2}" dt="2026-05-25T19:57:11.624" v="202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Jeancarlo Ardilla Acevedo" userId="32409d19591ae7e3" providerId="LiveId" clId="{4FFA2F53-C497-49A7-90EC-1751FE05A8E2}" dt="2026-05-25T19:57:12.298" v="203" actId="478"/>
          <ac:spMkLst>
            <pc:docMk/>
            <pc:sldMk cId="0" sldId="266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AutoShop 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331720"/>
            <a:ext cx="39319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 dirty="0" err="1">
                <a:solidFill>
                  <a:srgbClr val="F1F5F9"/>
                </a:solidFill>
              </a:rPr>
              <a:t>Entregable</a:t>
            </a:r>
            <a:r>
              <a:rPr sz="2200" b="0" i="1" dirty="0">
                <a:solidFill>
                  <a:srgbClr val="F1F5F9"/>
                </a:solidFill>
              </a:rPr>
              <a:t> 2 — </a:t>
            </a:r>
            <a:r>
              <a:rPr sz="2200" b="0" i="1" dirty="0" err="1">
                <a:solidFill>
                  <a:srgbClr val="F1F5F9"/>
                </a:solidFill>
              </a:rPr>
              <a:t>Evolución</a:t>
            </a:r>
            <a:r>
              <a:rPr sz="2200" b="0" i="1" dirty="0">
                <a:solidFill>
                  <a:srgbClr val="F1F5F9"/>
                </a:solidFill>
              </a:rPr>
              <a:t> a </a:t>
            </a:r>
            <a:r>
              <a:rPr sz="2200" b="0" i="1" dirty="0" err="1">
                <a:solidFill>
                  <a:srgbClr val="F1F5F9"/>
                </a:solidFill>
              </a:rPr>
              <a:t>Microservicios</a:t>
            </a:r>
            <a:r>
              <a:rPr sz="2200" b="0" i="1" dirty="0">
                <a:solidFill>
                  <a:srgbClr val="F1F5F9"/>
                </a:solidFill>
              </a:rPr>
              <a:t> </a:t>
            </a:r>
            <a:r>
              <a:rPr sz="2200" b="0" i="1" dirty="0" err="1">
                <a:solidFill>
                  <a:srgbClr val="F1F5F9"/>
                </a:solidFill>
              </a:rPr>
              <a:t>en</a:t>
            </a:r>
            <a:r>
              <a:rPr sz="2200" b="0" i="1" dirty="0">
                <a:solidFill>
                  <a:srgbClr val="F1F5F9"/>
                </a:solidFill>
              </a:rPr>
              <a:t> AWS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EAFIT  ·  Ingeniería de Sistemas  ·  Mayo 2026</a:t>
            </a:r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9E25A8D0-1FAB-6A10-4605-4C844080CD89}"/>
              </a:ext>
            </a:extLst>
          </p:cNvPr>
          <p:cNvSpPr txBox="1"/>
          <p:nvPr/>
        </p:nvSpPr>
        <p:spPr>
          <a:xfrm>
            <a:off x="745172" y="3566160"/>
            <a:ext cx="1069848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200" b="0" i="1" dirty="0">
                <a:solidFill>
                  <a:srgbClr val="F1F5F9"/>
                </a:solidFill>
              </a:rPr>
              <a:t>Tópicos Especiales en Ingeniería de Software</a:t>
            </a:r>
          </a:p>
          <a:p>
            <a:pPr algn="ctr"/>
            <a:endParaRPr lang="es-MX" sz="2200" i="1" dirty="0">
              <a:solidFill>
                <a:srgbClr val="F1F5F9"/>
              </a:solidFill>
            </a:endParaRPr>
          </a:p>
          <a:p>
            <a:pPr algn="ctr"/>
            <a:r>
              <a:rPr lang="es-MX" sz="1600" b="0" i="1" dirty="0">
                <a:solidFill>
                  <a:srgbClr val="F1F5F9"/>
                </a:solidFill>
              </a:rPr>
              <a:t>Jean Carlo Ardila Acevedo</a:t>
            </a:r>
          </a:p>
          <a:p>
            <a:pPr algn="ctr"/>
            <a:r>
              <a:rPr lang="es-MX" sz="1600" b="0" i="1" dirty="0">
                <a:solidFill>
                  <a:srgbClr val="F1F5F9"/>
                </a:solidFill>
              </a:rPr>
              <a:t>Samuel Santamaria </a:t>
            </a:r>
          </a:p>
          <a:p>
            <a:pPr algn="ctr"/>
            <a:r>
              <a:rPr lang="es-MX" sz="1600" i="1" dirty="0">
                <a:solidFill>
                  <a:srgbClr val="F1F5F9"/>
                </a:solidFill>
              </a:rPr>
              <a:t>Juan David Velasquez</a:t>
            </a:r>
            <a:endParaRPr sz="1600" b="0" i="1" dirty="0">
              <a:solidFill>
                <a:srgbClr val="F1F5F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Contenido de la Presentación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Evolución del monolito Django a microservicios en AWS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AutoShop Pro  ·  Entregable 2  ·  Arquitectura de Software  ·  2026-I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640080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33856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005840"/>
            <a:ext cx="9875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0200" y="105156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Arquitectura General del Sistema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37160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Django + Flask + Redis + Nginx + AWS EC2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03120"/>
            <a:ext cx="64008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231136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2103120"/>
            <a:ext cx="9875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00200" y="2148839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Strangler Fig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468879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Migración progresiva: API v1 (Django) → API v2 (Flask)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00400"/>
            <a:ext cx="640080" cy="6583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328416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3200400"/>
            <a:ext cx="9875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00200" y="32461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Comunicación Asíncrona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5661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Redis Broker + Celery Worker + eventos entre servicios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297680"/>
            <a:ext cx="640080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425696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4297680"/>
            <a:ext cx="9875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00200" y="434340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Infraestructura AWS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66344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EC2 · VPC · Security Group · 10 contenedores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394960"/>
            <a:ext cx="640080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522976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5394960"/>
            <a:ext cx="9875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00200" y="544068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Evidencia del Sistema en Producción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76072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Capturas del proyecto funcionando en AWS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① Arquitectura General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AWS EC2 · Nginx · Django · 6 Flask microservicios · Redis · Celery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AutoShop Pro  ·  Entregable 2  ·  Arquitectura de Software  ·  2026-I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201168" cy="6583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179576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🌐 Internet / Clientes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904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Browser, API consumers, Equipo aliado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37943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057400"/>
            <a:ext cx="201168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093976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Nginx 1.25 (API Gateway)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048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Strangler Pattern: /api/v1/* → Django · /api/v2/* → Flask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5234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971800"/>
            <a:ext cx="201168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08376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🐍 Django 5.2 (Monolito)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192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Frontend HTML · API v1 · i18n ES/EN · Adapter ExchangeRate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6674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886200"/>
            <a:ext cx="201168" cy="6583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922776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🔴 Redis 7 (Broker)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336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Task Queue (Celery) · Pub/Sub eventos entre servicios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8114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800600"/>
            <a:ext cx="201168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837176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⚙ Celery Worker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1480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Async: PDF facturación · Email notificaciones · SendGrid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07899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</a:rPr>
              <a:t>Flask Microservicios (API v2)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508760"/>
            <a:ext cx="2514600" cy="1234440"/>
          </a:xfrm>
          <a:prstGeom prst="rect">
            <a:avLst/>
          </a:prstGeom>
          <a:solidFill>
            <a:srgbClr val="0F172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160020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ordenes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192938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:5001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16712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WorkOrder · Bahia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24414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✅ healthy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15400" y="1508760"/>
            <a:ext cx="2514600" cy="1234440"/>
          </a:xfrm>
          <a:prstGeom prst="rect">
            <a:avLst/>
          </a:prstGeom>
          <a:solidFill>
            <a:srgbClr val="0F172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25128" y="160020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inventario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192938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:5002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216712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Partes · OrdenCompra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24414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✅ healthy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926080"/>
            <a:ext cx="2514600" cy="1234440"/>
          </a:xfrm>
          <a:prstGeom prst="rect">
            <a:avLst/>
          </a:prstGeom>
          <a:solidFill>
            <a:srgbClr val="0F172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27648" y="30175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facturacion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33467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:5003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358444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Factura · PDF async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385876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✅ healthy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15400" y="2926080"/>
            <a:ext cx="2514600" cy="1234440"/>
          </a:xfrm>
          <a:prstGeom prst="rect">
            <a:avLst/>
          </a:prstGeom>
          <a:solidFill>
            <a:srgbClr val="0F172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25128" y="30175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citas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25128" y="33467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:5004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25128" y="358444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Agenda · State Machine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25128" y="385876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✅ healthy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343400"/>
            <a:ext cx="2514600" cy="1234440"/>
          </a:xfrm>
          <a:prstGeom prst="rect">
            <a:avLst/>
          </a:prstGeom>
          <a:solidFill>
            <a:srgbClr val="0F172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27648" y="44348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notificaciones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7648" y="476402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:5005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7648" y="50017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Email · SendGrid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7648" y="527608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✅ healthy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15400" y="4343400"/>
            <a:ext cx="2514600" cy="1234440"/>
          </a:xfrm>
          <a:prstGeom prst="rect">
            <a:avLst/>
          </a:prstGeom>
          <a:solidFill>
            <a:srgbClr val="0F172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25128" y="44348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predictivo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25128" y="476402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:5000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25128" y="50017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ML scoring · Alertas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5128" y="527608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✅ healthy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① Arquitectura General — Diagrama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Ver: docs/diagramas.html → Diagrama 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AutoShop Pro  ·  Entregable 2  ·  Arquitectura de Software  ·  2026-I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11155680" cy="539496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2C21E25-C15C-3315-E84C-78DE570A9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285" y="1188720"/>
            <a:ext cx="7248950" cy="50040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② Strangler Fig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Migración progresiva del monolito a microservicios sin downtime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AutoShop Pro  ·  Entregable 2  ·  Arquitectura de Software  ·  2026-I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1051560"/>
          </a:xfrm>
          <a:prstGeom prst="rect">
            <a:avLst/>
          </a:prstGeom>
          <a:solidFill>
            <a:srgbClr val="1C170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¿Qué es el Strangler Fig Pattern?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9903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Nginx intercepta TODAS las peticiones. Las rutas /api/v1/* siguen al monolito Django (legacy). Las rutas /api/v2/&lt;servicio&gt;/* se redirigen al microservicio Flask correspondiente. El monolito 'se estrangula' gradualmente sin interrumpir el servicio.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3657600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MONOLITO (Legacy)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/workorders/       → DashboardView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906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/vehicles/         → VehicleListView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478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/owners/           → OwnerListView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050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/mechanics/        → MechanicListView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622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/api/v1/workorders → API REST Django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194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/api/v1/vehicles   → API REST Django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766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HTML Templates + i18n ES/EN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338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ExchangeRate Adapter Pattern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194560"/>
            <a:ext cx="3657600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22402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NGINX — INTERCEPTOR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6334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location /api/v1/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0906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  proxy_pass django:8000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5478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0050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location /api/v2/ordenes/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4622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  proxy_pass ordenes:5001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9194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3766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location /api/v2/inventario/ 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8338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  proxy_pass inventario:5002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62910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}  ... (6 reglas)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2194560"/>
            <a:ext cx="3657600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01000" y="22402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MICROSERVICIOS (Nuevo)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26334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/api/v2/ordenes/*       :5001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30906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/api/v2/inventario/*    :5002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35478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/api/v2/facturacion/*   :5003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9" y="40050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/api/v2/citas/*         :5004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19" y="44622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/api/v2/notificaciones/ :5005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9" y="49194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/api/v2/predictivo/*    :5000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9" y="53766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/api/v2/catalogo/       (aliada)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9" y="58338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Migración: 70% 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00800"/>
            <a:ext cx="11247120" cy="1097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6400800"/>
            <a:ext cx="7872983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621792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Progreso de migración: 70%  (6 microservicios migrados, frontend permanece en Django)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② Strangler Fig Pattern — Diagrama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Ver: docs/diagramas.html → Diagrama 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AutoShop Pro  ·  Entregable 2  ·  Arquitectura de Software  ·  2026-I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11155680" cy="539496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51963D8-BAEB-65CE-F15E-D5CB20478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287" y="1302949"/>
            <a:ext cx="7738193" cy="48052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③ Comunicación Asíncrona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Redis Broker + Celery Worker — eventos entre productores y consumidores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AutoShop Pro  ·  Entregable 2  ·  Arquitectura de Software  ·  2026-I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658368"/>
          </a:xfrm>
          <a:prstGeom prst="rect">
            <a:avLst/>
          </a:prstGeom>
          <a:solidFill>
            <a:srgbClr val="150A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42415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Patrón: Productor → Cola Redis → Celery Worker → Servicio externo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35024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Las tareas pesadas (PDF, emails, notificaciones) se procesan de forma asíncrona sin bloquear el request HTTP.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3657600" cy="448056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PRODUCTORES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249424"/>
            <a:ext cx="338328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32257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Django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066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orden.creada → redis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209544"/>
            <a:ext cx="338328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28269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facturacion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66674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factura.generada → redis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169664"/>
            <a:ext cx="338328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424281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citas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62686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cita.confirmada → redis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129784"/>
            <a:ext cx="338328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520293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ordenes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58698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orden.completada → redis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1783080"/>
            <a:ext cx="3657600" cy="448056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0" y="1828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REDIS (Broker)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249424"/>
            <a:ext cx="338328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16552" y="232257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celery (queue)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27066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Task Queue principal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209544"/>
            <a:ext cx="338328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16552" y="328269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celery_results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366674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Resultados de tareas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169664"/>
            <a:ext cx="338328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16552" y="424281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ordenes.eventos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2" y="462686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Pub/Sub canal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5129784"/>
            <a:ext cx="338328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16552" y="520293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facturacion.eventos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6552" y="558698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Pub/Sub canal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1783080"/>
            <a:ext cx="3657600" cy="4480560"/>
          </a:xfrm>
          <a:prstGeom prst="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01000" y="1828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CONSUMIDORES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2249424"/>
            <a:ext cx="338328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19871" y="232257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Celery Worker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9871" y="27066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4 workers concurrentes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1000" y="3209544"/>
            <a:ext cx="338328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19871" y="328269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enviar_email()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9871" y="366674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@app.task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01000" y="4169664"/>
            <a:ext cx="338328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19871" y="424281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generar_pdf()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9871" y="462686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@app.task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01000" y="5129784"/>
            <a:ext cx="338328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19871" y="520293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notificar_prop()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19871" y="558698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@app.task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77639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5CF6"/>
                </a:solidFill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solidFill>
            <a:srgbClr val="1C17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" y="6437376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Servicio externo final: SendGrid (email) · Twilio (SMS futuro) · S3 (PDF storage futuro)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③ Comunicación Asíncrona — Diagrama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Ver: docs/diagramas.html → Diagrama 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AutoShop Pro  ·  Entregable 2  ·  Arquitectura de Software  ·  2026-I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11155680" cy="539496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9A2C1BC-D40D-3AC9-44ED-02ADA9100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819" y="1501630"/>
            <a:ext cx="8395618" cy="44639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④ Infraestructura en AWS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EC2 t3.medium · us-east-1 · 10 contenedores Docker · IP: 174.129.161.254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AutoShop Pro  ·  Entregable 2  ·  Arquitectura de Software  ·  2026-I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11247120" cy="585216"/>
          </a:xfrm>
          <a:prstGeom prst="rect">
            <a:avLst/>
          </a:prstGeom>
          <a:solidFill>
            <a:srgbClr val="1C170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133856"/>
            <a:ext cx="50612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☁  AWS Academy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2996" y="1133856"/>
            <a:ext cx="596097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Account: 975049893369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755648"/>
            <a:ext cx="10972800" cy="585216"/>
          </a:xfrm>
          <a:prstGeom prst="rect">
            <a:avLst/>
          </a:prstGeom>
          <a:solidFill>
            <a:srgbClr val="1A0D00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8105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</a:rPr>
              <a:t>🌎  Region: us-east-1 (N. Virginia)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6712" y="1810512"/>
            <a:ext cx="5815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Capa de disponibilidad geográfica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32304"/>
            <a:ext cx="10698480" cy="585216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487168"/>
            <a:ext cx="4814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🔒  VPC: vpc-0fe167703ba7486d8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0428" y="2487168"/>
            <a:ext cx="56701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CIDR: 172.31.0.0/16  ·  Red privada virtual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108959"/>
            <a:ext cx="10424160" cy="585216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1" y="3163823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📦  Subnet: subnet-0b0086b61e9c991e8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4144" y="3163823"/>
            <a:ext cx="55248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AZ: us-east-1a  ·  Subred pública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785615"/>
            <a:ext cx="10149840" cy="585216"/>
          </a:xfrm>
          <a:prstGeom prst="rect">
            <a:avLst/>
          </a:prstGeom>
          <a:solidFill>
            <a:srgbClr val="1E293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70432" y="3840479"/>
            <a:ext cx="45674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🛡  Security Group: autoshop-pro-sg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7860" y="3840479"/>
            <a:ext cx="5379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Inbound: :22 SSH · :80 HTTP · :8000-8006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4462272"/>
            <a:ext cx="9875520" cy="585216"/>
          </a:xfrm>
          <a:prstGeom prst="rect">
            <a:avLst/>
          </a:prstGeom>
          <a:solidFill>
            <a:srgbClr val="0A1A0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07592" y="4517136"/>
            <a:ext cx="4443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🖥  EC2: i-0eabd783d5f76efe2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51576" y="4517136"/>
            <a:ext cx="52340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t3.medium · 2vCPU · 4GB RAM · 20GB gp3 · Amazon Linux 2023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5138927"/>
            <a:ext cx="9601200" cy="585216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44752" y="5193791"/>
            <a:ext cx="43205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🐳  Docker Engine 25.0 + Compose v5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5292" y="5193791"/>
            <a:ext cx="50886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10 contenedores · autoshop_net (bridge) · Todos healthy 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998464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C55E"/>
                </a:solidFill>
              </a:rPr>
              <a:t>Contenedores: nginx:80  ·  django:8000  ·  redis:6379  ·  celery  ·  ordenes:5001  ·  inventario:5002  ·  facturacion:5003  ·  citas:5004  ·  notificaciones:5005  ·  predictivo:5000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④ Infraestructura AWS — Diagrama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Ver: docs/diagramas.html → Diagrama 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AutoShop Pro  ·  Entregable 2  ·  Arquitectura de Software  ·  2026-I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11155680" cy="539496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53391CB-6A56-8B9A-6265-F583B6C33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235" y="1353312"/>
            <a:ext cx="7580242" cy="47325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⑤ Evidencia — Dashboard en Producción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http://174.129.161.254/workorders/  ·  AWS EC2 us-east-1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AutoShop Pro  ·  Entregable 2  ·  Arquitectura de Software  ·  2026-I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50292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11155680" cy="493776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19048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URL pública: http://174.129.161.254/workorders/  ·  Django 5.2  ·  Nginx gateway  ·  AWS EC2 t3.medium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⑤ Evidencia — Health Endpoints Microservicios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Todos los servicios responden HTTP 200 en producción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AutoShop Pro  ·  Entregable 2  ·  Arquitectura de Software  ·  2026-I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486400" cy="50292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5394960" cy="493776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4155"/>
                </a:solidFill>
              </a:rPr>
              <a:t>📸  Captura: /api/v2/*/health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Respuestas JSON de los 6 microservicios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05840"/>
            <a:ext cx="557784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0789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Endpoints verificados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530352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54533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/api/v2/inventario/health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HTTP 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17830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inventario_service :5002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30552"/>
            <a:ext cx="530352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1671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/api/v2/citas/health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048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HTTP 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4048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citas_service :5004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752344"/>
            <a:ext cx="530352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7889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/api/v2/ordenes/health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26663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HTTP 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026663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ordenes_service :5001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374136"/>
            <a:ext cx="530352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41071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/api/v2/facturacion/health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6484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HTTP 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64845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facturacion_service :5003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95928"/>
            <a:ext cx="530352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403250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/api/v2/notificaciones/health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2702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HTTP 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2702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notificaciones_service :5005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617720"/>
            <a:ext cx="530352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465429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/api/v2/predictivo/health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8920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HTTP 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8920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predictivo_service :5000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5239512"/>
            <a:ext cx="530352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527608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/api/v2/catalogo/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5138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HTTP 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55138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API pública equipo aliado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⑤ Evidencia — API Catálogo &amp; i18n ES/EN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Endpoint público para equipo aliado · Soporte bilingüe Django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AutoShop Pro  ·  Entregable 2  ·  Arquitectura de Software  ·  2026-I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486400" cy="50292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5394960" cy="493776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4155"/>
                </a:solidFill>
              </a:rPr>
              <a:t>📸  Captura: GET /api/v2/catalogo/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JSON con partes mecánicas para equipo aliado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05840"/>
            <a:ext cx="5577840" cy="50292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051560"/>
            <a:ext cx="5486400" cy="493776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32461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4155"/>
                </a:solidFill>
              </a:rPr>
              <a:t>📸  Captura: Dashboard en inglés (EN)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6118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Selector de idioma ES/EN funcionando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⑤ Evidencia — Contenedores Docker en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docker compose ps — 10 contenedores, todos healthy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AutoShop Pro  ·  Entregable 2  ·  Arquitectura de Software  ·  2026-I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438912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11155680" cy="429768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4155"/>
                </a:solidFill>
              </a:rPr>
              <a:t>📸  Captura: docker compose ps (SSH en EC2)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Muestra los 10 contenedores con estado 'healthy'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77840"/>
            <a:ext cx="214884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56052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autoshop_nginx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Up · :80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669279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5577840"/>
            <a:ext cx="214884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56052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autoshop_django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806440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Up · :8000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669279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5577840"/>
            <a:ext cx="214884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56052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autoshop_redis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806440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Up · :6379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669279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5577840"/>
            <a:ext cx="214884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69480" y="56052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autoshop_celery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5806440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5669279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5577840"/>
            <a:ext cx="214884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0" y="56052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autoshop_ordenes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5806440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Up · :5001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5669279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053327"/>
            <a:ext cx="214884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080759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autoshop_inventario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81927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Up · :5002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6144767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80" y="6053327"/>
            <a:ext cx="214884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88920" y="6080759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autoshop_facturacion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6281927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Up · :5003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6144767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6053327"/>
            <a:ext cx="214884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0" y="6080759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autoshop_citas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6281927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Up · :5004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6144767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78040" y="6053327"/>
            <a:ext cx="214884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69480" y="6080759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autoshop_notificaciones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6281927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Up · :5005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6144767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6053327"/>
            <a:ext cx="214884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509760" y="6080759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autoshop_predictivo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6281927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Up · :5000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144767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AutoShop Pro  ·  Entregable 2  ·  Arquitectura de Software  ·  2026-I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Resumen del Entregable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115568"/>
            <a:ext cx="39319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577840" cy="1024128"/>
          </a:xfrm>
          <a:prstGeom prst="rect">
            <a:avLst/>
          </a:prstGeom>
          <a:solidFill>
            <a:srgbClr val="1E293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9047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Strangler Fig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7451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Nginx enruta v1→Django / v2→Flask sin downtime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577840" cy="102412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149047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6 Microservicios Flask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187451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ordenes · inventario · facturación · citas · notificaciones · predictivo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5577840" cy="1024128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7889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7919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Comunicación Asíncrona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063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Redis Broker + Celery Worker · PDF · Email · eventos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606040"/>
            <a:ext cx="5577840" cy="1024128"/>
          </a:xfrm>
          <a:prstGeom prst="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7889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267919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Adapter Pattern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59" y="3063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ExchangeRate-API (real/mock) + SendGrid (email/mock)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5577840" cy="1024128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9776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86791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i18n Bilingüe ES/EN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251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Django gettext · LocaleMiddleware · .po/.mo compilados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794760"/>
            <a:ext cx="5577840" cy="1024128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39776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386791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Deploy AWS EC2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4251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t3.medium · us-east-1 · 174.129.161.254 · 10 contenedores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7248" y="4983480"/>
            <a:ext cx="5577840" cy="1024128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64408" y="51663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8768" y="505663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API Pública Equipo Aliado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5440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GET /api/v2/catalogo/ · documentada y desplegada en AWS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</a:rPr>
              <a:t>http://174.129.161.254/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1526</Words>
  <Application>Microsoft Office PowerPoint</Application>
  <PresentationFormat>Personalizado</PresentationFormat>
  <Paragraphs>264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Jeancarlo Ardilla Acevedo</cp:lastModifiedBy>
  <cp:revision>1</cp:revision>
  <dcterms:created xsi:type="dcterms:W3CDTF">2013-01-27T09:14:16Z</dcterms:created>
  <dcterms:modified xsi:type="dcterms:W3CDTF">2026-05-25T19:57:20Z</dcterms:modified>
  <cp:category/>
</cp:coreProperties>
</file>